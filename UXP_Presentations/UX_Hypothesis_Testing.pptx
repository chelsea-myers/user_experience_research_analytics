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72" r:id="rId4"/>
    <p:sldId id="273" r:id="rId5"/>
    <p:sldId id="274" r:id="rId6"/>
    <p:sldId id="275" r:id="rId7"/>
    <p:sldId id="258" r:id="rId8"/>
    <p:sldId id="276" r:id="rId9"/>
    <p:sldId id="284" r:id="rId10"/>
    <p:sldId id="278" r:id="rId11"/>
    <p:sldId id="282" r:id="rId12"/>
    <p:sldId id="283" r:id="rId13"/>
    <p:sldId id="259" r:id="rId14"/>
    <p:sldId id="277" r:id="rId15"/>
    <p:sldId id="279" r:id="rId16"/>
    <p:sldId id="281" r:id="rId17"/>
    <p:sldId id="265" r:id="rId18"/>
    <p:sldId id="264" r:id="rId19"/>
    <p:sldId id="266" r:id="rId20"/>
    <p:sldId id="263" r:id="rId21"/>
    <p:sldId id="269" r:id="rId22"/>
    <p:sldId id="270" r:id="rId23"/>
    <p:sldId id="260" r:id="rId24"/>
    <p:sldId id="268" r:id="rId25"/>
    <p:sldId id="267" r:id="rId26"/>
    <p:sldId id="271" r:id="rId27"/>
    <p:sldId id="261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8471B4-5DC5-4BFE-AC22-6696140998E6}" v="16" dt="2025-06-20T16:33:20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2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ers, Chelsea" userId="f282533b-c263-466c-86f9-3d67bd04ab31" providerId="ADAL" clId="{518471B4-5DC5-4BFE-AC22-6696140998E6}"/>
    <pc:docChg chg="undo custSel addSld delSld modSld sldOrd">
      <pc:chgData name="Myers, Chelsea" userId="f282533b-c263-466c-86f9-3d67bd04ab31" providerId="ADAL" clId="{518471B4-5DC5-4BFE-AC22-6696140998E6}" dt="2025-06-20T16:38:01.905" v="4706" actId="20577"/>
      <pc:docMkLst>
        <pc:docMk/>
      </pc:docMkLst>
      <pc:sldChg chg="addSp delSp modSp mod">
        <pc:chgData name="Myers, Chelsea" userId="f282533b-c263-466c-86f9-3d67bd04ab31" providerId="ADAL" clId="{518471B4-5DC5-4BFE-AC22-6696140998E6}" dt="2025-06-20T15:58:41.007" v="3717"/>
        <pc:sldMkLst>
          <pc:docMk/>
          <pc:sldMk cId="0" sldId="256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56"/>
            <ac:spMk id="2" creationId="{00000000-0000-0000-0000-000000000000}"/>
          </ac:spMkLst>
        </pc:spChg>
        <pc:spChg chg="del">
          <ac:chgData name="Myers, Chelsea" userId="f282533b-c263-466c-86f9-3d67bd04ab31" providerId="ADAL" clId="{518471B4-5DC5-4BFE-AC22-6696140998E6}" dt="2025-06-19T17:43:06.543" v="2488" actId="478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56"/>
            <ac:spMk id="5" creationId="{869C9FFD-1F7D-14CB-4CB3-DA309028CAFB}"/>
          </ac:spMkLst>
        </pc:spChg>
      </pc:sldChg>
      <pc:sldChg chg="modSp mod">
        <pc:chgData name="Myers, Chelsea" userId="f282533b-c263-466c-86f9-3d67bd04ab31" providerId="ADAL" clId="{518471B4-5DC5-4BFE-AC22-6696140998E6}" dt="2025-06-20T15:58:41.007" v="3717"/>
        <pc:sldMkLst>
          <pc:docMk/>
          <pc:sldMk cId="0" sldId="257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Myers, Chelsea" userId="f282533b-c263-466c-86f9-3d67bd04ab31" providerId="ADAL" clId="{518471B4-5DC5-4BFE-AC22-6696140998E6}" dt="2025-06-20T16:34:25.530" v="4623" actId="20577"/>
        <pc:sldMkLst>
          <pc:docMk/>
          <pc:sldMk cId="0" sldId="258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yers, Chelsea" userId="f282533b-c263-466c-86f9-3d67bd04ab31" providerId="ADAL" clId="{518471B4-5DC5-4BFE-AC22-6696140998E6}" dt="2025-06-20T16:34:25.530" v="4623" actId="20577"/>
          <ac:spMkLst>
            <pc:docMk/>
            <pc:sldMk cId="0" sldId="258"/>
            <ac:spMk id="3" creationId="{00000000-0000-0000-0000-000000000000}"/>
          </ac:spMkLst>
        </pc:spChg>
        <pc:graphicFrameChg chg="del mod modGraphic">
          <ac:chgData name="Myers, Chelsea" userId="f282533b-c263-466c-86f9-3d67bd04ab31" providerId="ADAL" clId="{518471B4-5DC5-4BFE-AC22-6696140998E6}" dt="2025-06-19T22:45:35.770" v="3119" actId="478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  <pc:sldChg chg="delSp modSp mod">
        <pc:chgData name="Myers, Chelsea" userId="f282533b-c263-466c-86f9-3d67bd04ab31" providerId="ADAL" clId="{518471B4-5DC5-4BFE-AC22-6696140998E6}" dt="2025-06-20T16:08:00.131" v="3916" actId="20577"/>
        <pc:sldMkLst>
          <pc:docMk/>
          <pc:sldMk cId="0" sldId="259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yers, Chelsea" userId="f282533b-c263-466c-86f9-3d67bd04ab31" providerId="ADAL" clId="{518471B4-5DC5-4BFE-AC22-6696140998E6}" dt="2025-06-20T16:08:00.131" v="3916" actId="20577"/>
          <ac:spMkLst>
            <pc:docMk/>
            <pc:sldMk cId="0" sldId="259"/>
            <ac:spMk id="3" creationId="{00000000-0000-0000-0000-000000000000}"/>
          </ac:spMkLst>
        </pc:spChg>
        <pc:graphicFrameChg chg="del">
          <ac:chgData name="Myers, Chelsea" userId="f282533b-c263-466c-86f9-3d67bd04ab31" providerId="ADAL" clId="{518471B4-5DC5-4BFE-AC22-6696140998E6}" dt="2025-06-19T22:50:30.561" v="3352" actId="478"/>
          <ac:graphicFrameMkLst>
            <pc:docMk/>
            <pc:sldMk cId="0" sldId="259"/>
            <ac:graphicFrameMk id="4" creationId="{00000000-0000-0000-0000-000000000000}"/>
          </ac:graphicFrameMkLst>
        </pc:graphicFrameChg>
      </pc:sldChg>
      <pc:sldChg chg="addSp delSp modSp mod ord">
        <pc:chgData name="Myers, Chelsea" userId="f282533b-c263-466c-86f9-3d67bd04ab31" providerId="ADAL" clId="{518471B4-5DC5-4BFE-AC22-6696140998E6}" dt="2025-06-20T15:58:41.007" v="3717"/>
        <pc:sldMkLst>
          <pc:docMk/>
          <pc:sldMk cId="0" sldId="260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60"/>
            <ac:spMk id="3" creationId="{00000000-0000-0000-0000-000000000000}"/>
          </ac:spMkLst>
        </pc:spChg>
        <pc:graphicFrameChg chg="mod modGraphic">
          <ac:chgData name="Myers, Chelsea" userId="f282533b-c263-466c-86f9-3d67bd04ab31" providerId="ADAL" clId="{518471B4-5DC5-4BFE-AC22-6696140998E6}" dt="2025-06-19T17:42:06.661" v="2476" actId="122"/>
          <ac:graphicFrameMkLst>
            <pc:docMk/>
            <pc:sldMk cId="0" sldId="260"/>
            <ac:graphicFrameMk id="4" creationId="{00000000-0000-0000-0000-000000000000}"/>
          </ac:graphicFrameMkLst>
        </pc:graphicFrameChg>
        <pc:graphicFrameChg chg="add del mod modGraphic">
          <ac:chgData name="Myers, Chelsea" userId="f282533b-c263-466c-86f9-3d67bd04ab31" providerId="ADAL" clId="{518471B4-5DC5-4BFE-AC22-6696140998E6}" dt="2025-06-19T16:33:14.831" v="377" actId="478"/>
          <ac:graphicFrameMkLst>
            <pc:docMk/>
            <pc:sldMk cId="0" sldId="260"/>
            <ac:graphicFrameMk id="5" creationId="{DF308C4B-1F9F-D03C-2C94-B4BA7B5C99D3}"/>
          </ac:graphicFrameMkLst>
        </pc:graphicFrameChg>
      </pc:sldChg>
      <pc:sldChg chg="modSp">
        <pc:chgData name="Myers, Chelsea" userId="f282533b-c263-466c-86f9-3d67bd04ab31" providerId="ADAL" clId="{518471B4-5DC5-4BFE-AC22-6696140998E6}" dt="2025-06-20T15:58:41.007" v="3717"/>
        <pc:sldMkLst>
          <pc:docMk/>
          <pc:sldMk cId="0" sldId="261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new del">
        <pc:chgData name="Myers, Chelsea" userId="f282533b-c263-466c-86f9-3d67bd04ab31" providerId="ADAL" clId="{518471B4-5DC5-4BFE-AC22-6696140998E6}" dt="2025-06-19T17:10:43.674" v="822" actId="47"/>
        <pc:sldMkLst>
          <pc:docMk/>
          <pc:sldMk cId="4271284969" sldId="262"/>
        </pc:sldMkLst>
        <pc:spChg chg="del">
          <ac:chgData name="Myers, Chelsea" userId="f282533b-c263-466c-86f9-3d67bd04ab31" providerId="ADAL" clId="{518471B4-5DC5-4BFE-AC22-6696140998E6}" dt="2025-06-19T15:56:19.460" v="1"/>
          <ac:spMkLst>
            <pc:docMk/>
            <pc:sldMk cId="4271284969" sldId="262"/>
            <ac:spMk id="3" creationId="{9B793AE7-822E-23DF-2321-ED0F7198CA7D}"/>
          </ac:spMkLst>
        </pc:spChg>
        <pc:spChg chg="add mod">
          <ac:chgData name="Myers, Chelsea" userId="f282533b-c263-466c-86f9-3d67bd04ab31" providerId="ADAL" clId="{518471B4-5DC5-4BFE-AC22-6696140998E6}" dt="2025-06-19T15:56:19.460" v="1"/>
          <ac:spMkLst>
            <pc:docMk/>
            <pc:sldMk cId="4271284969" sldId="262"/>
            <ac:spMk id="4" creationId="{FC074232-1506-7FBF-1FB3-5A14156413DA}"/>
          </ac:spMkLst>
        </pc:spChg>
      </pc:sldChg>
      <pc:sldChg chg="addSp modSp new mod ord">
        <pc:chgData name="Myers, Chelsea" userId="f282533b-c263-466c-86f9-3d67bd04ab31" providerId="ADAL" clId="{518471B4-5DC5-4BFE-AC22-6696140998E6}" dt="2025-06-20T15:58:41.007" v="3717"/>
        <pc:sldMkLst>
          <pc:docMk/>
          <pc:sldMk cId="3364173377" sldId="263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3364173377" sldId="263"/>
            <ac:spMk id="2" creationId="{A96DFB11-B4B2-81B2-EED7-4111FC025DC9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3364173377" sldId="263"/>
            <ac:spMk id="3" creationId="{4C4CAE3D-2A17-F7B8-74A7-16F3E2C3B0FB}"/>
          </ac:spMkLst>
        </pc:spChg>
        <pc:graphicFrameChg chg="add mod modGraphic">
          <ac:chgData name="Myers, Chelsea" userId="f282533b-c263-466c-86f9-3d67bd04ab31" providerId="ADAL" clId="{518471B4-5DC5-4BFE-AC22-6696140998E6}" dt="2025-06-19T17:23:33.414" v="1554" actId="20577"/>
          <ac:graphicFrameMkLst>
            <pc:docMk/>
            <pc:sldMk cId="3364173377" sldId="263"/>
            <ac:graphicFrameMk id="4" creationId="{C255F78C-E170-CCC1-508B-2440BD41A6C7}"/>
          </ac:graphicFrameMkLst>
        </pc:graphicFrameChg>
      </pc:sldChg>
      <pc:sldChg chg="delSp modSp add mod">
        <pc:chgData name="Myers, Chelsea" userId="f282533b-c263-466c-86f9-3d67bd04ab31" providerId="ADAL" clId="{518471B4-5DC5-4BFE-AC22-6696140998E6}" dt="2025-06-20T15:58:41.007" v="3717"/>
        <pc:sldMkLst>
          <pc:docMk/>
          <pc:sldMk cId="3797113865" sldId="264"/>
        </pc:sldMkLst>
        <pc:spChg chg="mod">
          <ac:chgData name="Myers, Chelsea" userId="f282533b-c263-466c-86f9-3d67bd04ab31" providerId="ADAL" clId="{518471B4-5DC5-4BFE-AC22-6696140998E6}" dt="2025-06-19T17:44:28.884" v="2497" actId="1076"/>
          <ac:spMkLst>
            <pc:docMk/>
            <pc:sldMk cId="3797113865" sldId="264"/>
            <ac:spMk id="2" creationId="{42760260-C49D-A0E4-0AB9-E39911780E9A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3797113865" sldId="264"/>
            <ac:spMk id="3" creationId="{340E6BA1-0A03-DC66-FD42-8E6CDC61C411}"/>
          </ac:spMkLst>
        </pc:spChg>
        <pc:graphicFrameChg chg="del">
          <ac:chgData name="Myers, Chelsea" userId="f282533b-c263-466c-86f9-3d67bd04ab31" providerId="ADAL" clId="{518471B4-5DC5-4BFE-AC22-6696140998E6}" dt="2025-06-19T16:32:40.369" v="364" actId="478"/>
          <ac:graphicFrameMkLst>
            <pc:docMk/>
            <pc:sldMk cId="3797113865" sldId="264"/>
            <ac:graphicFrameMk id="4" creationId="{1DD1750C-3B1D-6923-31F7-3250DDE8077D}"/>
          </ac:graphicFrameMkLst>
        </pc:graphicFrameChg>
        <pc:graphicFrameChg chg="mod modGraphic">
          <ac:chgData name="Myers, Chelsea" userId="f282533b-c263-466c-86f9-3d67bd04ab31" providerId="ADAL" clId="{518471B4-5DC5-4BFE-AC22-6696140998E6}" dt="2025-06-19T17:44:23.987" v="2496"/>
          <ac:graphicFrameMkLst>
            <pc:docMk/>
            <pc:sldMk cId="3797113865" sldId="264"/>
            <ac:graphicFrameMk id="5" creationId="{4CD15DDD-B845-071B-1B9A-542FF2DA2AD7}"/>
          </ac:graphicFrameMkLst>
        </pc:graphicFrameChg>
      </pc:sldChg>
      <pc:sldChg chg="modSp new mod">
        <pc:chgData name="Myers, Chelsea" userId="f282533b-c263-466c-86f9-3d67bd04ab31" providerId="ADAL" clId="{518471B4-5DC5-4BFE-AC22-6696140998E6}" dt="2025-06-20T15:58:41.007" v="3717"/>
        <pc:sldMkLst>
          <pc:docMk/>
          <pc:sldMk cId="766636857" sldId="265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766636857" sldId="265"/>
            <ac:spMk id="2" creationId="{AAE0F565-B799-C92A-B0F5-6CE283FE8BD8}"/>
          </ac:spMkLst>
        </pc:spChg>
        <pc:spChg chg="mod">
          <ac:chgData name="Myers, Chelsea" userId="f282533b-c263-466c-86f9-3d67bd04ab31" providerId="ADAL" clId="{518471B4-5DC5-4BFE-AC22-6696140998E6}" dt="2025-06-19T17:43:45.346" v="2490" actId="27636"/>
          <ac:spMkLst>
            <pc:docMk/>
            <pc:sldMk cId="766636857" sldId="265"/>
            <ac:spMk id="3" creationId="{C597EA6B-AA58-641B-744D-3B95A2B20614}"/>
          </ac:spMkLst>
        </pc:spChg>
      </pc:sldChg>
      <pc:sldChg chg="modSp add mod">
        <pc:chgData name="Myers, Chelsea" userId="f282533b-c263-466c-86f9-3d67bd04ab31" providerId="ADAL" clId="{518471B4-5DC5-4BFE-AC22-6696140998E6}" dt="2025-06-20T15:58:41.007" v="3717"/>
        <pc:sldMkLst>
          <pc:docMk/>
          <pc:sldMk cId="2940259460" sldId="266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2940259460" sldId="266"/>
            <ac:spMk id="2" creationId="{82196B73-2D09-C13B-188E-A99FBC70AA28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2940259460" sldId="266"/>
            <ac:spMk id="3" creationId="{44D2D2B5-DA69-201F-74E2-3D3ECE364E1C}"/>
          </ac:spMkLst>
        </pc:spChg>
        <pc:graphicFrameChg chg="modGraphic">
          <ac:chgData name="Myers, Chelsea" userId="f282533b-c263-466c-86f9-3d67bd04ab31" providerId="ADAL" clId="{518471B4-5DC5-4BFE-AC22-6696140998E6}" dt="2025-06-19T17:21:23.258" v="1395" actId="122"/>
          <ac:graphicFrameMkLst>
            <pc:docMk/>
            <pc:sldMk cId="2940259460" sldId="266"/>
            <ac:graphicFrameMk id="5" creationId="{63B1530E-C1A9-74F1-2DC5-F964D22DF5FC}"/>
          </ac:graphicFrameMkLst>
        </pc:graphicFrameChg>
      </pc:sldChg>
      <pc:sldChg chg="modSp add mod">
        <pc:chgData name="Myers, Chelsea" userId="f282533b-c263-466c-86f9-3d67bd04ab31" providerId="ADAL" clId="{518471B4-5DC5-4BFE-AC22-6696140998E6}" dt="2025-06-20T15:58:41.007" v="3717"/>
        <pc:sldMkLst>
          <pc:docMk/>
          <pc:sldMk cId="826445294" sldId="267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826445294" sldId="267"/>
            <ac:spMk id="2" creationId="{83D34723-EB3D-D2C0-2575-7ACF67A5C26D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826445294" sldId="267"/>
            <ac:spMk id="3" creationId="{0253DF7F-421B-9D2C-6BA0-7E0B3A47242C}"/>
          </ac:spMkLst>
        </pc:spChg>
        <pc:graphicFrameChg chg="mod modGraphic">
          <ac:chgData name="Myers, Chelsea" userId="f282533b-c263-466c-86f9-3d67bd04ab31" providerId="ADAL" clId="{518471B4-5DC5-4BFE-AC22-6696140998E6}" dt="2025-06-19T17:41:35.073" v="2472" actId="122"/>
          <ac:graphicFrameMkLst>
            <pc:docMk/>
            <pc:sldMk cId="826445294" sldId="267"/>
            <ac:graphicFrameMk id="4" creationId="{2BA3E6E9-AC72-C767-E5AA-D63232A370B3}"/>
          </ac:graphicFrameMkLst>
        </pc:graphicFrameChg>
      </pc:sldChg>
      <pc:sldChg chg="modSp add mod">
        <pc:chgData name="Myers, Chelsea" userId="f282533b-c263-466c-86f9-3d67bd04ab31" providerId="ADAL" clId="{518471B4-5DC5-4BFE-AC22-6696140998E6}" dt="2025-06-20T15:58:41.007" v="3717"/>
        <pc:sldMkLst>
          <pc:docMk/>
          <pc:sldMk cId="2372159742" sldId="268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2372159742" sldId="268"/>
            <ac:spMk id="2" creationId="{60484619-ADEA-8287-1E8B-C7ADA43A45D7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2372159742" sldId="268"/>
            <ac:spMk id="3" creationId="{088EDAE6-6391-DA20-97FB-5D28DA721483}"/>
          </ac:spMkLst>
        </pc:spChg>
        <pc:graphicFrameChg chg="mod modGraphic">
          <ac:chgData name="Myers, Chelsea" userId="f282533b-c263-466c-86f9-3d67bd04ab31" providerId="ADAL" clId="{518471B4-5DC5-4BFE-AC22-6696140998E6}" dt="2025-06-19T17:41:51.495" v="2474" actId="122"/>
          <ac:graphicFrameMkLst>
            <pc:docMk/>
            <pc:sldMk cId="2372159742" sldId="268"/>
            <ac:graphicFrameMk id="4" creationId="{9ACDD34C-90AD-3A62-C6EA-E37B3920F323}"/>
          </ac:graphicFrameMkLst>
        </pc:graphicFrameChg>
      </pc:sldChg>
      <pc:sldChg chg="modSp add mod">
        <pc:chgData name="Myers, Chelsea" userId="f282533b-c263-466c-86f9-3d67bd04ab31" providerId="ADAL" clId="{518471B4-5DC5-4BFE-AC22-6696140998E6}" dt="2025-06-20T15:58:41.007" v="3717"/>
        <pc:sldMkLst>
          <pc:docMk/>
          <pc:sldMk cId="150375314" sldId="269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150375314" sldId="269"/>
            <ac:spMk id="2" creationId="{2810F334-FA5A-66B0-A2FD-034291780F02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150375314" sldId="269"/>
            <ac:spMk id="3" creationId="{4F8CF3F7-80FE-1E02-8A32-A6E4886D1F95}"/>
          </ac:spMkLst>
        </pc:spChg>
      </pc:sldChg>
      <pc:sldChg chg="modSp add mod">
        <pc:chgData name="Myers, Chelsea" userId="f282533b-c263-466c-86f9-3d67bd04ab31" providerId="ADAL" clId="{518471B4-5DC5-4BFE-AC22-6696140998E6}" dt="2025-06-20T15:58:41.007" v="3717"/>
        <pc:sldMkLst>
          <pc:docMk/>
          <pc:sldMk cId="2358248639" sldId="270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2358248639" sldId="270"/>
            <ac:spMk id="2" creationId="{57148D8A-12FD-48C1-E279-62686314B125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2358248639" sldId="270"/>
            <ac:spMk id="3" creationId="{D3B51BC6-EF62-8264-B8FE-96723FCBEDCE}"/>
          </ac:spMkLst>
        </pc:spChg>
      </pc:sldChg>
      <pc:sldChg chg="modSp add mod">
        <pc:chgData name="Myers, Chelsea" userId="f282533b-c263-466c-86f9-3d67bd04ab31" providerId="ADAL" clId="{518471B4-5DC5-4BFE-AC22-6696140998E6}" dt="2025-06-20T15:58:41.007" v="3717"/>
        <pc:sldMkLst>
          <pc:docMk/>
          <pc:sldMk cId="3158551559" sldId="271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3158551559" sldId="271"/>
            <ac:spMk id="2" creationId="{7252DFC0-A3FE-3989-7098-51E4DD07A5B1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3158551559" sldId="271"/>
            <ac:spMk id="3" creationId="{53FAFE57-D297-9ADA-D351-D82ADAA62A11}"/>
          </ac:spMkLst>
        </pc:spChg>
        <pc:graphicFrameChg chg="mod modGraphic">
          <ac:chgData name="Myers, Chelsea" userId="f282533b-c263-466c-86f9-3d67bd04ab31" providerId="ADAL" clId="{518471B4-5DC5-4BFE-AC22-6696140998E6}" dt="2025-06-19T17:41:20.679" v="2470" actId="122"/>
          <ac:graphicFrameMkLst>
            <pc:docMk/>
            <pc:sldMk cId="3158551559" sldId="271"/>
            <ac:graphicFrameMk id="4" creationId="{51D94678-B1B2-2A1B-B3FA-B586990DEA88}"/>
          </ac:graphicFrameMkLst>
        </pc:graphicFrameChg>
      </pc:sldChg>
      <pc:sldChg chg="addSp modSp add mod setBg">
        <pc:chgData name="Myers, Chelsea" userId="f282533b-c263-466c-86f9-3d67bd04ab31" providerId="ADAL" clId="{518471B4-5DC5-4BFE-AC22-6696140998E6}" dt="2025-06-19T22:36:09.605" v="2549" actId="26606"/>
        <pc:sldMkLst>
          <pc:docMk/>
          <pc:sldMk cId="0" sldId="272"/>
        </pc:sldMkLst>
        <pc:spChg chg="mod">
          <ac:chgData name="Myers, Chelsea" userId="f282533b-c263-466c-86f9-3d67bd04ab31" providerId="ADAL" clId="{518471B4-5DC5-4BFE-AC22-6696140998E6}" dt="2025-06-19T22:36:09.605" v="2549" actId="26606"/>
          <ac:spMkLst>
            <pc:docMk/>
            <pc:sldMk cId="0" sldId="272"/>
            <ac:spMk id="2" creationId="{00000000-0000-0000-0000-000000000000}"/>
          </ac:spMkLst>
        </pc:spChg>
        <pc:spChg chg="mod">
          <ac:chgData name="Myers, Chelsea" userId="f282533b-c263-466c-86f9-3d67bd04ab31" providerId="ADAL" clId="{518471B4-5DC5-4BFE-AC22-6696140998E6}" dt="2025-06-19T22:36:09.605" v="2549" actId="26606"/>
          <ac:spMkLst>
            <pc:docMk/>
            <pc:sldMk cId="0" sldId="272"/>
            <ac:spMk id="3" creationId="{00000000-0000-0000-0000-000000000000}"/>
          </ac:spMkLst>
        </pc:spChg>
        <pc:picChg chg="add">
          <ac:chgData name="Myers, Chelsea" userId="f282533b-c263-466c-86f9-3d67bd04ab31" providerId="ADAL" clId="{518471B4-5DC5-4BFE-AC22-6696140998E6}" dt="2025-06-19T22:36:09.605" v="2549" actId="26606"/>
          <ac:picMkLst>
            <pc:docMk/>
            <pc:sldMk cId="0" sldId="272"/>
            <ac:picMk id="5" creationId="{FFBAD123-3D62-6433-8194-F0826EDE0639}"/>
          </ac:picMkLst>
        </pc:picChg>
      </pc:sldChg>
      <pc:sldChg chg="modSp add mod">
        <pc:chgData name="Myers, Chelsea" userId="f282533b-c263-466c-86f9-3d67bd04ab31" providerId="ADAL" clId="{518471B4-5DC5-4BFE-AC22-6696140998E6}" dt="2025-06-20T15:58:41.007" v="3717"/>
        <pc:sldMkLst>
          <pc:docMk/>
          <pc:sldMk cId="0" sldId="273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73"/>
            <ac:spMk id="2" creationId="{00000000-0000-0000-0000-000000000000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0" sldId="273"/>
            <ac:spMk id="3" creationId="{00000000-0000-0000-0000-000000000000}"/>
          </ac:spMkLst>
        </pc:spChg>
      </pc:sldChg>
      <pc:sldChg chg="addSp modSp add mod setBg">
        <pc:chgData name="Myers, Chelsea" userId="f282533b-c263-466c-86f9-3d67bd04ab31" providerId="ADAL" clId="{518471B4-5DC5-4BFE-AC22-6696140998E6}" dt="2025-06-20T15:58:54.542" v="3718" actId="207"/>
        <pc:sldMkLst>
          <pc:docMk/>
          <pc:sldMk cId="0" sldId="274"/>
        </pc:sldMkLst>
        <pc:spChg chg="mod">
          <ac:chgData name="Myers, Chelsea" userId="f282533b-c263-466c-86f9-3d67bd04ab31" providerId="ADAL" clId="{518471B4-5DC5-4BFE-AC22-6696140998E6}" dt="2025-06-20T15:58:54.542" v="3718" actId="207"/>
          <ac:spMkLst>
            <pc:docMk/>
            <pc:sldMk cId="0" sldId="274"/>
            <ac:spMk id="2" creationId="{00000000-0000-0000-0000-000000000000}"/>
          </ac:spMkLst>
        </pc:spChg>
        <pc:spChg chg="mod">
          <ac:chgData name="Myers, Chelsea" userId="f282533b-c263-466c-86f9-3d67bd04ab31" providerId="ADAL" clId="{518471B4-5DC5-4BFE-AC22-6696140998E6}" dt="2025-06-19T22:40:07.728" v="2660" actId="26606"/>
          <ac:spMkLst>
            <pc:docMk/>
            <pc:sldMk cId="0" sldId="274"/>
            <ac:spMk id="3" creationId="{00000000-0000-0000-0000-000000000000}"/>
          </ac:spMkLst>
        </pc:spChg>
        <pc:picChg chg="add">
          <ac:chgData name="Myers, Chelsea" userId="f282533b-c263-466c-86f9-3d67bd04ab31" providerId="ADAL" clId="{518471B4-5DC5-4BFE-AC22-6696140998E6}" dt="2025-06-19T22:40:07.728" v="2660" actId="26606"/>
          <ac:picMkLst>
            <pc:docMk/>
            <pc:sldMk cId="0" sldId="274"/>
            <ac:picMk id="5" creationId="{09B5C6D0-6772-7E6F-85D9-C22EF13F2345}"/>
          </ac:picMkLst>
        </pc:picChg>
      </pc:sldChg>
      <pc:sldChg chg="addSp modSp add mod setBg">
        <pc:chgData name="Myers, Chelsea" userId="f282533b-c263-466c-86f9-3d67bd04ab31" providerId="ADAL" clId="{518471B4-5DC5-4BFE-AC22-6696140998E6}" dt="2025-06-20T15:59:17.152" v="3719" actId="207"/>
        <pc:sldMkLst>
          <pc:docMk/>
          <pc:sldMk cId="0" sldId="275"/>
        </pc:sldMkLst>
        <pc:spChg chg="mod">
          <ac:chgData name="Myers, Chelsea" userId="f282533b-c263-466c-86f9-3d67bd04ab31" providerId="ADAL" clId="{518471B4-5DC5-4BFE-AC22-6696140998E6}" dt="2025-06-20T15:59:17.152" v="3719" actId="207"/>
          <ac:spMkLst>
            <pc:docMk/>
            <pc:sldMk cId="0" sldId="275"/>
            <ac:spMk id="2" creationId="{00000000-0000-0000-0000-000000000000}"/>
          </ac:spMkLst>
        </pc:spChg>
        <pc:spChg chg="mod">
          <ac:chgData name="Myers, Chelsea" userId="f282533b-c263-466c-86f9-3d67bd04ab31" providerId="ADAL" clId="{518471B4-5DC5-4BFE-AC22-6696140998E6}" dt="2025-06-19T22:40:16.673" v="2661" actId="26606"/>
          <ac:spMkLst>
            <pc:docMk/>
            <pc:sldMk cId="0" sldId="275"/>
            <ac:spMk id="3" creationId="{00000000-0000-0000-0000-000000000000}"/>
          </ac:spMkLst>
        </pc:spChg>
        <pc:picChg chg="add">
          <ac:chgData name="Myers, Chelsea" userId="f282533b-c263-466c-86f9-3d67bd04ab31" providerId="ADAL" clId="{518471B4-5DC5-4BFE-AC22-6696140998E6}" dt="2025-06-19T22:40:16.673" v="2661" actId="26606"/>
          <ac:picMkLst>
            <pc:docMk/>
            <pc:sldMk cId="0" sldId="275"/>
            <ac:picMk id="5" creationId="{9A026165-8999-9BFC-2B6A-CF6ED31F0127}"/>
          </ac:picMkLst>
        </pc:picChg>
      </pc:sldChg>
      <pc:sldChg chg="modSp add mod">
        <pc:chgData name="Myers, Chelsea" userId="f282533b-c263-466c-86f9-3d67bd04ab31" providerId="ADAL" clId="{518471B4-5DC5-4BFE-AC22-6696140998E6}" dt="2025-06-20T16:36:05.333" v="4631" actId="20577"/>
        <pc:sldMkLst>
          <pc:docMk/>
          <pc:sldMk cId="2016001821" sldId="276"/>
        </pc:sldMkLst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2016001821" sldId="276"/>
            <ac:spMk id="2" creationId="{E9C8FA6F-83DD-6B90-CA35-A1B627B0988B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2016001821" sldId="276"/>
            <ac:spMk id="3" creationId="{44B0F05E-DDDB-F6F8-3843-D50B25F2E07A}"/>
          </ac:spMkLst>
        </pc:spChg>
        <pc:graphicFrameChg chg="mod modGraphic">
          <ac:chgData name="Myers, Chelsea" userId="f282533b-c263-466c-86f9-3d67bd04ab31" providerId="ADAL" clId="{518471B4-5DC5-4BFE-AC22-6696140998E6}" dt="2025-06-20T16:36:05.333" v="4631" actId="20577"/>
          <ac:graphicFrameMkLst>
            <pc:docMk/>
            <pc:sldMk cId="2016001821" sldId="276"/>
            <ac:graphicFrameMk id="4" creationId="{13F57146-25B5-447D-EDDD-480E582B56CF}"/>
          </ac:graphicFrameMkLst>
        </pc:graphicFrameChg>
      </pc:sldChg>
      <pc:sldChg chg="modSp add mod">
        <pc:chgData name="Myers, Chelsea" userId="f282533b-c263-466c-86f9-3d67bd04ab31" providerId="ADAL" clId="{518471B4-5DC5-4BFE-AC22-6696140998E6}" dt="2025-06-20T16:01:24.589" v="3757" actId="20577"/>
        <pc:sldMkLst>
          <pc:docMk/>
          <pc:sldMk cId="1719917764" sldId="277"/>
        </pc:sldMkLst>
        <pc:spChg chg="mod">
          <ac:chgData name="Myers, Chelsea" userId="f282533b-c263-466c-86f9-3d67bd04ab31" providerId="ADAL" clId="{518471B4-5DC5-4BFE-AC22-6696140998E6}" dt="2025-06-20T16:00:34.136" v="3737" actId="1076"/>
          <ac:spMkLst>
            <pc:docMk/>
            <pc:sldMk cId="1719917764" sldId="277"/>
            <ac:spMk id="2" creationId="{AE80C070-8EAF-5668-150C-98AD4CF8435E}"/>
          </ac:spMkLst>
        </pc:spChg>
        <pc:spChg chg="mod">
          <ac:chgData name="Myers, Chelsea" userId="f282533b-c263-466c-86f9-3d67bd04ab31" providerId="ADAL" clId="{518471B4-5DC5-4BFE-AC22-6696140998E6}" dt="2025-06-20T15:58:41.007" v="3717"/>
          <ac:spMkLst>
            <pc:docMk/>
            <pc:sldMk cId="1719917764" sldId="277"/>
            <ac:spMk id="3" creationId="{77A52BBE-8570-46A0-99B8-DB42E1B72CE3}"/>
          </ac:spMkLst>
        </pc:spChg>
        <pc:graphicFrameChg chg="mod modGraphic">
          <ac:chgData name="Myers, Chelsea" userId="f282533b-c263-466c-86f9-3d67bd04ab31" providerId="ADAL" clId="{518471B4-5DC5-4BFE-AC22-6696140998E6}" dt="2025-06-20T16:01:24.589" v="3757" actId="20577"/>
          <ac:graphicFrameMkLst>
            <pc:docMk/>
            <pc:sldMk cId="1719917764" sldId="277"/>
            <ac:graphicFrameMk id="4" creationId="{76C5E117-1009-5AFB-8E26-68449E8B1E51}"/>
          </ac:graphicFrameMkLst>
        </pc:graphicFrameChg>
      </pc:sldChg>
      <pc:sldChg chg="modSp add mod ord">
        <pc:chgData name="Myers, Chelsea" userId="f282533b-c263-466c-86f9-3d67bd04ab31" providerId="ADAL" clId="{518471B4-5DC5-4BFE-AC22-6696140998E6}" dt="2025-06-20T16:30:58.234" v="4369" actId="20577"/>
        <pc:sldMkLst>
          <pc:docMk/>
          <pc:sldMk cId="3203151447" sldId="278"/>
        </pc:sldMkLst>
        <pc:spChg chg="mod">
          <ac:chgData name="Myers, Chelsea" userId="f282533b-c263-466c-86f9-3d67bd04ab31" providerId="ADAL" clId="{518471B4-5DC5-4BFE-AC22-6696140998E6}" dt="2025-06-20T16:30:46.673" v="4307" actId="20577"/>
          <ac:spMkLst>
            <pc:docMk/>
            <pc:sldMk cId="3203151447" sldId="278"/>
            <ac:spMk id="2" creationId="{4E1B4B84-A660-6AD3-68CD-D26D1B2F17C5}"/>
          </ac:spMkLst>
        </pc:spChg>
        <pc:spChg chg="mod">
          <ac:chgData name="Myers, Chelsea" userId="f282533b-c263-466c-86f9-3d67bd04ab31" providerId="ADAL" clId="{518471B4-5DC5-4BFE-AC22-6696140998E6}" dt="2025-06-20T16:30:58.234" v="4369" actId="20577"/>
          <ac:spMkLst>
            <pc:docMk/>
            <pc:sldMk cId="3203151447" sldId="278"/>
            <ac:spMk id="3" creationId="{F9AE6BB2-F41E-1537-6DDC-1072C26E702B}"/>
          </ac:spMkLst>
        </pc:spChg>
      </pc:sldChg>
      <pc:sldChg chg="addSp delSp modSp add mod">
        <pc:chgData name="Myers, Chelsea" userId="f282533b-c263-466c-86f9-3d67bd04ab31" providerId="ADAL" clId="{518471B4-5DC5-4BFE-AC22-6696140998E6}" dt="2025-06-20T16:02:51.787" v="3785" actId="20577"/>
        <pc:sldMkLst>
          <pc:docMk/>
          <pc:sldMk cId="1830195825" sldId="279"/>
        </pc:sldMkLst>
        <pc:graphicFrameChg chg="del">
          <ac:chgData name="Myers, Chelsea" userId="f282533b-c263-466c-86f9-3d67bd04ab31" providerId="ADAL" clId="{518471B4-5DC5-4BFE-AC22-6696140998E6}" dt="2025-06-20T16:01:50.394" v="3759" actId="478"/>
          <ac:graphicFrameMkLst>
            <pc:docMk/>
            <pc:sldMk cId="1830195825" sldId="279"/>
            <ac:graphicFrameMk id="4" creationId="{48E54B3E-7468-CD4B-09E2-012258AAB0D2}"/>
          </ac:graphicFrameMkLst>
        </pc:graphicFrameChg>
        <pc:graphicFrameChg chg="add mod modGraphic">
          <ac:chgData name="Myers, Chelsea" userId="f282533b-c263-466c-86f9-3d67bd04ab31" providerId="ADAL" clId="{518471B4-5DC5-4BFE-AC22-6696140998E6}" dt="2025-06-20T16:02:51.787" v="3785" actId="20577"/>
          <ac:graphicFrameMkLst>
            <pc:docMk/>
            <pc:sldMk cId="1830195825" sldId="279"/>
            <ac:graphicFrameMk id="5" creationId="{BE9F7E89-9803-066B-4B2F-BB5DD5EA9E8A}"/>
          </ac:graphicFrameMkLst>
        </pc:graphicFrameChg>
      </pc:sldChg>
      <pc:sldChg chg="addSp delSp modSp add del mod chgLayout">
        <pc:chgData name="Myers, Chelsea" userId="f282533b-c263-466c-86f9-3d67bd04ab31" providerId="ADAL" clId="{518471B4-5DC5-4BFE-AC22-6696140998E6}" dt="2025-06-20T16:08:18.802" v="3920" actId="2696"/>
        <pc:sldMkLst>
          <pc:docMk/>
          <pc:sldMk cId="3726058829" sldId="280"/>
        </pc:sldMkLst>
        <pc:spChg chg="mod ord">
          <ac:chgData name="Myers, Chelsea" userId="f282533b-c263-466c-86f9-3d67bd04ab31" providerId="ADAL" clId="{518471B4-5DC5-4BFE-AC22-6696140998E6}" dt="2025-06-20T16:05:56.471" v="3788" actId="700"/>
          <ac:spMkLst>
            <pc:docMk/>
            <pc:sldMk cId="3726058829" sldId="280"/>
            <ac:spMk id="2" creationId="{563A7387-E020-AABD-7B44-018D161AC36E}"/>
          </ac:spMkLst>
        </pc:spChg>
        <pc:spChg chg="mod ord">
          <ac:chgData name="Myers, Chelsea" userId="f282533b-c263-466c-86f9-3d67bd04ab31" providerId="ADAL" clId="{518471B4-5DC5-4BFE-AC22-6696140998E6}" dt="2025-06-20T16:05:56.471" v="3788" actId="700"/>
          <ac:spMkLst>
            <pc:docMk/>
            <pc:sldMk cId="3726058829" sldId="280"/>
            <ac:spMk id="3" creationId="{2C342CAB-5C59-FAB0-C281-E9EB25853E90}"/>
          </ac:spMkLst>
        </pc:spChg>
        <pc:spChg chg="add del">
          <ac:chgData name="Myers, Chelsea" userId="f282533b-c263-466c-86f9-3d67bd04ab31" providerId="ADAL" clId="{518471B4-5DC5-4BFE-AC22-6696140998E6}" dt="2025-06-20T16:06:06.407" v="3790" actId="22"/>
          <ac:spMkLst>
            <pc:docMk/>
            <pc:sldMk cId="3726058829" sldId="280"/>
            <ac:spMk id="6" creationId="{5317EEB0-F8BB-B66B-B912-AF10C9E9F7EB}"/>
          </ac:spMkLst>
        </pc:spChg>
        <pc:graphicFrameChg chg="del">
          <ac:chgData name="Myers, Chelsea" userId="f282533b-c263-466c-86f9-3d67bd04ab31" providerId="ADAL" clId="{518471B4-5DC5-4BFE-AC22-6696140998E6}" dt="2025-06-20T16:05:18.769" v="3787" actId="478"/>
          <ac:graphicFrameMkLst>
            <pc:docMk/>
            <pc:sldMk cId="3726058829" sldId="280"/>
            <ac:graphicFrameMk id="5" creationId="{8A2B817F-3433-7277-2E0E-A0F30EB21422}"/>
          </ac:graphicFrameMkLst>
        </pc:graphicFrameChg>
      </pc:sldChg>
      <pc:sldChg chg="modSp add mod ord">
        <pc:chgData name="Myers, Chelsea" userId="f282533b-c263-466c-86f9-3d67bd04ab31" providerId="ADAL" clId="{518471B4-5DC5-4BFE-AC22-6696140998E6}" dt="2025-06-20T16:08:10.991" v="3919" actId="5793"/>
        <pc:sldMkLst>
          <pc:docMk/>
          <pc:sldMk cId="653985383" sldId="281"/>
        </pc:sldMkLst>
        <pc:spChg chg="mod">
          <ac:chgData name="Myers, Chelsea" userId="f282533b-c263-466c-86f9-3d67bd04ab31" providerId="ADAL" clId="{518471B4-5DC5-4BFE-AC22-6696140998E6}" dt="2025-06-20T16:08:10.991" v="3919" actId="5793"/>
          <ac:spMkLst>
            <pc:docMk/>
            <pc:sldMk cId="653985383" sldId="281"/>
            <ac:spMk id="3" creationId="{A2A75406-C5CC-D7B4-0FDA-AE4EEFE9AB76}"/>
          </ac:spMkLst>
        </pc:spChg>
      </pc:sldChg>
      <pc:sldChg chg="addSp delSp modSp add mod">
        <pc:chgData name="Myers, Chelsea" userId="f282533b-c263-466c-86f9-3d67bd04ab31" providerId="ADAL" clId="{518471B4-5DC5-4BFE-AC22-6696140998E6}" dt="2025-06-20T16:30:39.991" v="4293" actId="20577"/>
        <pc:sldMkLst>
          <pc:docMk/>
          <pc:sldMk cId="442059930" sldId="282"/>
        </pc:sldMkLst>
        <pc:spChg chg="mod">
          <ac:chgData name="Myers, Chelsea" userId="f282533b-c263-466c-86f9-3d67bd04ab31" providerId="ADAL" clId="{518471B4-5DC5-4BFE-AC22-6696140998E6}" dt="2025-06-20T16:30:39.991" v="4293" actId="20577"/>
          <ac:spMkLst>
            <pc:docMk/>
            <pc:sldMk cId="442059930" sldId="282"/>
            <ac:spMk id="2" creationId="{EA173FE9-5C2A-26ED-7110-2B6524A96CA1}"/>
          </ac:spMkLst>
        </pc:spChg>
        <pc:spChg chg="del">
          <ac:chgData name="Myers, Chelsea" userId="f282533b-c263-466c-86f9-3d67bd04ab31" providerId="ADAL" clId="{518471B4-5DC5-4BFE-AC22-6696140998E6}" dt="2025-06-20T16:26:52.592" v="4120" actId="478"/>
          <ac:spMkLst>
            <pc:docMk/>
            <pc:sldMk cId="442059930" sldId="282"/>
            <ac:spMk id="3" creationId="{F77CF72D-A485-E31C-A16C-F5D0B3EB092C}"/>
          </ac:spMkLst>
        </pc:spChg>
        <pc:spChg chg="add mod">
          <ac:chgData name="Myers, Chelsea" userId="f282533b-c263-466c-86f9-3d67bd04ab31" providerId="ADAL" clId="{518471B4-5DC5-4BFE-AC22-6696140998E6}" dt="2025-06-20T16:26:52.592" v="4120" actId="478"/>
          <ac:spMkLst>
            <pc:docMk/>
            <pc:sldMk cId="442059930" sldId="282"/>
            <ac:spMk id="5" creationId="{A352918E-2801-610E-5021-7505AC2E7167}"/>
          </ac:spMkLst>
        </pc:spChg>
        <pc:graphicFrameChg chg="add mod modGraphic">
          <ac:chgData name="Myers, Chelsea" userId="f282533b-c263-466c-86f9-3d67bd04ab31" providerId="ADAL" clId="{518471B4-5DC5-4BFE-AC22-6696140998E6}" dt="2025-06-20T16:29:29.737" v="4279" actId="20577"/>
          <ac:graphicFrameMkLst>
            <pc:docMk/>
            <pc:sldMk cId="442059930" sldId="282"/>
            <ac:graphicFrameMk id="6" creationId="{922F7FBA-A062-0756-E36E-B026A71479D9}"/>
          </ac:graphicFrameMkLst>
        </pc:graphicFrameChg>
      </pc:sldChg>
      <pc:sldChg chg="modSp add mod">
        <pc:chgData name="Myers, Chelsea" userId="f282533b-c263-466c-86f9-3d67bd04ab31" providerId="ADAL" clId="{518471B4-5DC5-4BFE-AC22-6696140998E6}" dt="2025-06-20T16:32:55.201" v="4476" actId="20577"/>
        <pc:sldMkLst>
          <pc:docMk/>
          <pc:sldMk cId="4011153851" sldId="283"/>
        </pc:sldMkLst>
        <pc:spChg chg="mod">
          <ac:chgData name="Myers, Chelsea" userId="f282533b-c263-466c-86f9-3d67bd04ab31" providerId="ADAL" clId="{518471B4-5DC5-4BFE-AC22-6696140998E6}" dt="2025-06-20T16:31:56.364" v="4401" actId="20577"/>
          <ac:spMkLst>
            <pc:docMk/>
            <pc:sldMk cId="4011153851" sldId="283"/>
            <ac:spMk id="2" creationId="{F7D40F85-34A4-19EA-70D2-B8D2832E7F82}"/>
          </ac:spMkLst>
        </pc:spChg>
        <pc:spChg chg="mod">
          <ac:chgData name="Myers, Chelsea" userId="f282533b-c263-466c-86f9-3d67bd04ab31" providerId="ADAL" clId="{518471B4-5DC5-4BFE-AC22-6696140998E6}" dt="2025-06-20T16:32:55.201" v="4476" actId="20577"/>
          <ac:spMkLst>
            <pc:docMk/>
            <pc:sldMk cId="4011153851" sldId="283"/>
            <ac:spMk id="3" creationId="{FAA238BD-459E-C712-A37C-6F3BFFD2C6DE}"/>
          </ac:spMkLst>
        </pc:spChg>
      </pc:sldChg>
      <pc:sldChg chg="modSp add mod">
        <pc:chgData name="Myers, Chelsea" userId="f282533b-c263-466c-86f9-3d67bd04ab31" providerId="ADAL" clId="{518471B4-5DC5-4BFE-AC22-6696140998E6}" dt="2025-06-20T16:38:01.905" v="4706" actId="20577"/>
        <pc:sldMkLst>
          <pc:docMk/>
          <pc:sldMk cId="1349712774" sldId="284"/>
        </pc:sldMkLst>
        <pc:spChg chg="mod">
          <ac:chgData name="Myers, Chelsea" userId="f282533b-c263-466c-86f9-3d67bd04ab31" providerId="ADAL" clId="{518471B4-5DC5-4BFE-AC22-6696140998E6}" dt="2025-06-20T16:33:35.239" v="4513" actId="20577"/>
          <ac:spMkLst>
            <pc:docMk/>
            <pc:sldMk cId="1349712774" sldId="284"/>
            <ac:spMk id="2" creationId="{C0875434-48A6-F8CE-78E6-5D183AA1381F}"/>
          </ac:spMkLst>
        </pc:spChg>
        <pc:spChg chg="mod">
          <ac:chgData name="Myers, Chelsea" userId="f282533b-c263-466c-86f9-3d67bd04ab31" providerId="ADAL" clId="{518471B4-5DC5-4BFE-AC22-6696140998E6}" dt="2025-06-20T16:38:01.905" v="4706" actId="20577"/>
          <ac:spMkLst>
            <pc:docMk/>
            <pc:sldMk cId="1349712774" sldId="284"/>
            <ac:spMk id="3" creationId="{38C69DD6-6CEB-6622-224B-09720EB348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75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3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78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29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58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11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87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82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37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36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8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UX </a:t>
            </a:r>
            <a:r>
              <a:rPr dirty="0"/>
              <a:t>Experimental Designs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69C9FFD-1F7D-14CB-4CB3-DA309028C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What is a statistical hypothesis test?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Independent Samples t-test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ANOVA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Matched-Pairs Test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Chi-Square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2343" y="499533"/>
            <a:ext cx="4922045" cy="16581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565976"/>
                </a:solidFill>
              </a:rPr>
              <a:t>Why Hypothesis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6917" y="2011680"/>
            <a:ext cx="4821746" cy="3766185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Helps us tell if patterns in our data are real or just random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Turns questions about UX changes into clear yes/no answers</a:t>
            </a:r>
          </a:p>
          <a:p>
            <a:endParaRPr lang="en-US" dirty="0"/>
          </a:p>
          <a:p>
            <a:r>
              <a:rPr dirty="0"/>
              <a:t>Supports confident decisions based on data</a:t>
            </a:r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FFBAD123-3D62-6433-8194-F0826EDE06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99" r="53864" b="-2"/>
          <a:stretch>
            <a:fillRect/>
          </a:stretch>
        </p:blipFill>
        <p:spPr>
          <a:xfrm>
            <a:off x="20" y="-6418"/>
            <a:ext cx="3058077" cy="68644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Hypothesis: </a:t>
            </a:r>
            <a:r>
              <a:rPr dirty="0"/>
              <a:t>A clear question or guess about your users</a:t>
            </a:r>
          </a:p>
          <a:p>
            <a:r>
              <a:rPr b="1" dirty="0"/>
              <a:t>Null hypothesis: </a:t>
            </a:r>
            <a:r>
              <a:rPr dirty="0"/>
              <a:t>Assumes 'no effect' or 'no difference'</a:t>
            </a:r>
          </a:p>
          <a:p>
            <a:r>
              <a:rPr b="1" dirty="0"/>
              <a:t>Alternative hypothesis: </a:t>
            </a:r>
            <a:r>
              <a:rPr dirty="0"/>
              <a:t>Assumes there *is* an effect</a:t>
            </a:r>
          </a:p>
          <a:p>
            <a:r>
              <a:rPr b="1" dirty="0"/>
              <a:t>p‑value: </a:t>
            </a:r>
            <a:r>
              <a:rPr dirty="0"/>
              <a:t>How surprising the data is if 'no effect' were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8" y="499533"/>
            <a:ext cx="5336382" cy="1658198"/>
          </a:xfrm>
        </p:spPr>
        <p:txBody>
          <a:bodyPr>
            <a:normAutofit/>
          </a:bodyPr>
          <a:lstStyle/>
          <a:p>
            <a:r>
              <a:rPr lang="en-US" dirty="0"/>
              <a:t>Steps in a Hypothesis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492" y="2011680"/>
            <a:ext cx="5157812" cy="3766185"/>
          </a:xfrm>
        </p:spPr>
        <p:txBody>
          <a:bodyPr>
            <a:normAutofit/>
          </a:bodyPr>
          <a:lstStyle/>
          <a:p>
            <a:endParaRPr/>
          </a:p>
          <a:p>
            <a:r>
              <a:t>1. Ask your question (set up hypotheses)</a:t>
            </a:r>
          </a:p>
          <a:p>
            <a:r>
              <a:t>2. Run your study (collect UX data)</a:t>
            </a:r>
          </a:p>
          <a:p>
            <a:r>
              <a:t>3. Calculate results (compute p‑value)</a:t>
            </a:r>
          </a:p>
          <a:p>
            <a:r>
              <a:t>4. Make a decision (is it unlikely to be chance?)</a:t>
            </a:r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09B5C6D0-6772-7E6F-85D9-C22EF13F23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95" r="35645" b="-2"/>
          <a:stretch>
            <a:fillRect/>
          </a:stretch>
        </p:blipFill>
        <p:spPr>
          <a:xfrm>
            <a:off x="6085902" y="10"/>
            <a:ext cx="3058098" cy="6864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8" y="499533"/>
            <a:ext cx="5336382" cy="1658198"/>
          </a:xfrm>
        </p:spPr>
        <p:txBody>
          <a:bodyPr>
            <a:normAutofit/>
          </a:bodyPr>
          <a:lstStyle/>
          <a:p>
            <a:r>
              <a:rPr lang="en-US" dirty="0"/>
              <a:t>Everyday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492" y="2011680"/>
            <a:ext cx="5157812" cy="3766185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Flipping a fair coin: expect half heads, half tails.</a:t>
            </a:r>
          </a:p>
          <a:p>
            <a:r>
              <a:rPr dirty="0"/>
              <a:t>If you get 9 heads in 10 flips, you'd be surprised.</a:t>
            </a:r>
          </a:p>
          <a:p>
            <a:r>
              <a:rPr dirty="0"/>
              <a:t>A low p‑value (&lt; 0.05) means 'wow, that's unlikely by chance!'</a:t>
            </a:r>
          </a:p>
          <a:p>
            <a:r>
              <a:rPr dirty="0"/>
              <a:t>UX example: A big jump in clicks might be a 'wow' moment.</a:t>
            </a:r>
          </a:p>
        </p:txBody>
      </p:sp>
      <p:pic>
        <p:nvPicPr>
          <p:cNvPr id="5" name="Picture 4" descr="World map made up of coins">
            <a:extLst>
              <a:ext uri="{FF2B5EF4-FFF2-40B4-BE49-F238E27FC236}">
                <a16:creationId xmlns:a16="http://schemas.microsoft.com/office/drawing/2014/main" id="{9A026165-8999-9BFC-2B6A-CF6ED31F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17" r="31982"/>
          <a:stretch>
            <a:fillRect/>
          </a:stretch>
        </p:blipFill>
        <p:spPr>
          <a:xfrm>
            <a:off x="6085902" y="10"/>
            <a:ext cx="3058098" cy="6864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</a:t>
            </a:r>
            <a:r>
              <a:rPr dirty="0"/>
              <a:t>Independent Samples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>
              <a:buFont typeface="Arial" panose="020B0604020202020204" pitchFamily="34" charset="0"/>
              <a:buChar char="•"/>
            </a:pPr>
            <a:r>
              <a:rPr dirty="0"/>
              <a:t>Compare means of two independent groups</a:t>
            </a:r>
            <a:endParaRPr lang="en-US" dirty="0"/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dirty="0"/>
              <a:t>Test two versions of a mobile game with two groups of people to see if the two versions hold players’ attention for different amounts of time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dirty="0"/>
              <a:t>Assume unequal variance because we don’t know if the variability within each group is the same or not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Null hypothesis (Ho): </a:t>
            </a:r>
            <a:r>
              <a:rPr lang="en-US" dirty="0"/>
              <a:t>The mean game play time for both apps is the same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Alternative hypothesis (Ha): </a:t>
            </a:r>
            <a:r>
              <a:rPr lang="en-US" dirty="0"/>
              <a:t>The mean game play for both apps is different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81BFD-F2BF-0594-5B37-C7C84E8BE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FA6F-83DD-6B90-CA35-A1B627B09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</a:t>
            </a:r>
            <a:r>
              <a:rPr dirty="0"/>
              <a:t>Independent Samples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0F05E-DDDB-F6F8-3843-D50B25F2E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F57146-25B5-447D-EDDD-480E582B5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725548"/>
              </p:ext>
            </p:extLst>
          </p:nvPr>
        </p:nvGraphicFramePr>
        <p:xfrm>
          <a:off x="2094309" y="2015799"/>
          <a:ext cx="4876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1 Game Version 1</a:t>
                      </a:r>
                    </a:p>
                    <a:p>
                      <a:pPr algn="ctr"/>
                      <a:r>
                        <a:rPr lang="en-US" dirty="0"/>
                        <a:t>Minutes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2 Game Version 2</a:t>
                      </a:r>
                    </a:p>
                    <a:p>
                      <a:pPr algn="ctr"/>
                      <a:r>
                        <a:rPr lang="en-US" dirty="0"/>
                        <a:t>Minutes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31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2</a:t>
                      </a: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505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03304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3327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31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70356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594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001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27E90-F26D-3A99-46B7-4E9D1ADB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5434-48A6-F8CE-78E6-5D183AA1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Independent Samples t-test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69DD6-6CEB-6622-224B-09720EB34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919" y="2356731"/>
            <a:ext cx="8065294" cy="3766185"/>
          </a:xfrm>
        </p:spPr>
        <p:txBody>
          <a:bodyPr/>
          <a:lstStyle/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Null hypothesis (Ho): </a:t>
            </a:r>
            <a:r>
              <a:rPr lang="en-US" dirty="0"/>
              <a:t>The mean game play time for both apps is the same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Alternative hypothesis (Ha): </a:t>
            </a:r>
            <a:r>
              <a:rPr lang="en-US" dirty="0"/>
              <a:t>The mean game play for both apps is different</a:t>
            </a:r>
          </a:p>
          <a:p>
            <a:pPr marL="0" lvl="1" indent="0">
              <a:buNone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Using Excel, we get p = 0.02, which is smaller than 0.05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Therefore</a:t>
            </a:r>
            <a:r>
              <a:rPr lang="en-US" dirty="0"/>
              <a:t>, we reject Ho and conclude that the </a:t>
            </a:r>
            <a:r>
              <a:rPr lang="en-US"/>
              <a:t>mean game-play </a:t>
            </a:r>
            <a:r>
              <a:rPr lang="en-US" dirty="0"/>
              <a:t>time for the two apps </a:t>
            </a:r>
            <a:r>
              <a:rPr lang="en-US"/>
              <a:t>is different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712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C6F5-9954-BE95-FD95-4C66A1548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B4B84-A660-6AD3-68CD-D26D1B2F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Single-Factor ANOVA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E6BB2-F41E-1537-6DDC-1072C26E7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>
              <a:buFont typeface="Arial" panose="020B0604020202020204" pitchFamily="34" charset="0"/>
              <a:buChar char="•"/>
            </a:pPr>
            <a:r>
              <a:rPr dirty="0"/>
              <a:t>Compare means of</a:t>
            </a:r>
            <a:r>
              <a:rPr lang="en-US" dirty="0"/>
              <a:t> </a:t>
            </a:r>
            <a:r>
              <a:rPr lang="en-US" b="1" dirty="0"/>
              <a:t>more than</a:t>
            </a:r>
            <a:r>
              <a:rPr b="1" dirty="0"/>
              <a:t> two </a:t>
            </a:r>
            <a:r>
              <a:rPr dirty="0"/>
              <a:t>independent groups</a:t>
            </a:r>
            <a:endParaRPr lang="en-US" dirty="0"/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dirty="0"/>
              <a:t>Single-factor because we are only testing one thing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dirty="0"/>
              <a:t>Test three different text to speech models to see if they differ in accuracy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Null hypothesis (Ho): </a:t>
            </a:r>
            <a:r>
              <a:rPr lang="en-US" dirty="0"/>
              <a:t>The accuracy for all three models is the same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Alternative hypothesis (Ha): </a:t>
            </a:r>
            <a:r>
              <a:rPr lang="en-US" dirty="0"/>
              <a:t>The accuracy of at least one model is different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3151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7F597-8749-0001-4B2F-A7975D7C5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3FE9-5C2A-26ED-7110-2B6524A96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Single-Factor ANOVA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52918E-2801-610E-5021-7505AC2E7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2F7FBA-A062-0756-E36E-B026A7147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379812"/>
              </p:ext>
            </p:extLst>
          </p:nvPr>
        </p:nvGraphicFramePr>
        <p:xfrm>
          <a:off x="2094309" y="2015799"/>
          <a:ext cx="4876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299731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1 Accuracy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2 Accuracy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3 Accuracy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505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03304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92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3327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70356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594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059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862BB-7222-D15E-89A1-A22D9B012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0F85-34A4-19EA-70D2-B8D2832E7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Single-Factor ANOVA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238BD-459E-C712-A37C-6F3BFFD2C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919" y="2356731"/>
            <a:ext cx="8065294" cy="3766185"/>
          </a:xfrm>
        </p:spPr>
        <p:txBody>
          <a:bodyPr/>
          <a:lstStyle/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Null hypothesis (Ho): </a:t>
            </a:r>
            <a:r>
              <a:rPr lang="en-US" dirty="0"/>
              <a:t>The accuracy for all three models is the same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Alternative hypothesis (Ha): </a:t>
            </a:r>
            <a:r>
              <a:rPr lang="en-US" dirty="0"/>
              <a:t>The accuracy of at least one model is different</a:t>
            </a:r>
          </a:p>
          <a:p>
            <a:pPr marL="0" lvl="1" indent="0">
              <a:buNone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Using Excel, we get p = 0.006, which is smaller than 0.05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Therefore, we reject Ho and conclude that there is a in the accuracy of the three speech to text models</a:t>
            </a:r>
          </a:p>
        </p:txBody>
      </p:sp>
    </p:spTree>
    <p:extLst>
      <p:ext uri="{BB962C8B-B14F-4D97-AF65-F5344CB8AC3E}">
        <p14:creationId xmlns:p14="http://schemas.microsoft.com/office/powerpoint/2010/main" val="4011153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Matched-Pairs (Paired)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dirty="0"/>
              <a:t>Compare change over time for a set of individuals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dirty="0"/>
              <a:t>Time to complete a travel expense report before and after training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Null hypothesis (Ho): </a:t>
            </a:r>
            <a:r>
              <a:rPr lang="en-US" dirty="0"/>
              <a:t>There is no change over time with the training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Alternative hypothesis (Ha): </a:t>
            </a:r>
            <a:r>
              <a:rPr lang="en-US" dirty="0"/>
              <a:t>There is change over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20D0-A78A-B0FE-1143-B0A580E4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C070-8EAF-5668-150C-98AD4CF84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9" y="390531"/>
            <a:ext cx="8079581" cy="1658198"/>
          </a:xfrm>
        </p:spPr>
        <p:txBody>
          <a:bodyPr/>
          <a:lstStyle/>
          <a:p>
            <a:r>
              <a:rPr dirty="0"/>
              <a:t>Matched-Pairs (Paired)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52BBE-8570-46A0-99B8-DB42E1B72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C5E117-1009-5AFB-8E26-68449E8B1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531090"/>
              </p:ext>
            </p:extLst>
          </p:nvPr>
        </p:nvGraphicFramePr>
        <p:xfrm>
          <a:off x="726675" y="2178816"/>
          <a:ext cx="7315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Participant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Before</a:t>
                      </a:r>
                      <a:r>
                        <a:rPr lang="en-US" dirty="0"/>
                        <a:t> Training</a:t>
                      </a:r>
                    </a:p>
                    <a:p>
                      <a:r>
                        <a:rPr lang="en-US" dirty="0"/>
                        <a:t>Minutes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After</a:t>
                      </a:r>
                      <a:r>
                        <a:rPr lang="en-US" dirty="0"/>
                        <a:t> Training</a:t>
                      </a:r>
                    </a:p>
                    <a:p>
                      <a:r>
                        <a:rPr lang="en-US" dirty="0"/>
                        <a:t>Minutes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2913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182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05972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757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890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917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105C-1374-B89D-C26A-4764407B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1946-490A-FE5A-90E9-7447B3C7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9" y="390531"/>
            <a:ext cx="8079581" cy="1658198"/>
          </a:xfrm>
        </p:spPr>
        <p:txBody>
          <a:bodyPr/>
          <a:lstStyle/>
          <a:p>
            <a:r>
              <a:rPr dirty="0"/>
              <a:t>Matched-Pairs (Paired)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3D3D1-E237-8825-F97D-B8AC2C22F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9F7E89-9803-066B-4B2F-BB5DD5EA9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70891"/>
              </p:ext>
            </p:extLst>
          </p:nvPr>
        </p:nvGraphicFramePr>
        <p:xfrm>
          <a:off x="726675" y="2178816"/>
          <a:ext cx="7315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88459277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Participant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Before</a:t>
                      </a:r>
                      <a:r>
                        <a:rPr lang="en-US" dirty="0"/>
                        <a:t> Training</a:t>
                      </a:r>
                    </a:p>
                    <a:p>
                      <a:pPr algn="ctr"/>
                      <a:r>
                        <a:rPr lang="en-US" dirty="0"/>
                        <a:t>Minutes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After</a:t>
                      </a:r>
                      <a:r>
                        <a:rPr lang="en-US" dirty="0"/>
                        <a:t> Training</a:t>
                      </a:r>
                    </a:p>
                    <a:p>
                      <a:pPr algn="ctr"/>
                      <a:r>
                        <a:rPr lang="en-US" dirty="0"/>
                        <a:t>Minutes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Difference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2913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182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05972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757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890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195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1DB15-11C8-F0CC-A1A8-0B28293B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1EA5-1745-B40B-A7E6-4E230267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Matched-Pairs (Paired)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75406-C5CC-D7B4-0FDA-AE4EEFE9A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Null hypothesis (Ho): </a:t>
            </a:r>
            <a:r>
              <a:rPr lang="en-US" dirty="0"/>
              <a:t>There is no change over time with the training</a:t>
            </a:r>
          </a:p>
          <a:p>
            <a:pPr marL="342900" lvl="1">
              <a:buFont typeface="Arial" panose="020B0604020202020204" pitchFamily="34" charset="0"/>
              <a:buChar char="•"/>
            </a:pPr>
            <a:r>
              <a:rPr lang="en-US" b="1" dirty="0"/>
              <a:t>Alternative hypothesis (Ha): </a:t>
            </a:r>
            <a:r>
              <a:rPr lang="en-US" dirty="0"/>
              <a:t>There is change over time</a:t>
            </a:r>
          </a:p>
          <a:p>
            <a:pPr marL="0" lvl="1" indent="0">
              <a:buNone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Using Excel, we get p = 0.07, which is larger than 0.05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Therefore, we fail to reject Ho and conclude that there is no difference in the time it took to complete the travel expense report before and after training</a:t>
            </a:r>
          </a:p>
        </p:txBody>
      </p:sp>
    </p:spTree>
    <p:extLst>
      <p:ext uri="{BB962C8B-B14F-4D97-AF65-F5344CB8AC3E}">
        <p14:creationId xmlns:p14="http://schemas.microsoft.com/office/powerpoint/2010/main" val="653985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F565-B799-C92A-B0F5-6CE283FE8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 of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7EA6B-AA58-641B-744D-3B95A2B20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3146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Tests association between two </a:t>
            </a:r>
            <a:r>
              <a:rPr lang="en-US" b="1" dirty="0"/>
              <a:t>categorical</a:t>
            </a:r>
            <a:r>
              <a:rPr lang="en-US" dirty="0"/>
              <a:t> features</a:t>
            </a:r>
          </a:p>
          <a:p>
            <a:r>
              <a:rPr lang="en-US" dirty="0"/>
              <a:t>Null hypothesis (Ho:) There is no relationship between the two features</a:t>
            </a:r>
          </a:p>
          <a:p>
            <a:r>
              <a:rPr lang="en-US" dirty="0"/>
              <a:t>Alternative hypothesis (Ha:) There is a relationship between the two features</a:t>
            </a:r>
          </a:p>
          <a:p>
            <a:r>
              <a:rPr lang="en-US" dirty="0"/>
              <a:t>Compare what we observe to what we would expect if there was no relationship between the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636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AD6B-E1C3-9B51-4470-4377ED3E7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60260-C49D-A0E4-0AB9-E3991178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6" y="335195"/>
            <a:ext cx="8079581" cy="1658198"/>
          </a:xfrm>
        </p:spPr>
        <p:txBody>
          <a:bodyPr/>
          <a:lstStyle/>
          <a:p>
            <a:r>
              <a:rPr dirty="0"/>
              <a:t>Chi-Square Test of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E6BA1-0A03-DC66-FD42-8E6CDC61C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Are customers who consider themselves a “tech person” more likely to purchase a VR?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D15DDD-B845-071B-1B9A-542FF2DA2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987352"/>
              </p:ext>
            </p:extLst>
          </p:nvPr>
        </p:nvGraphicFramePr>
        <p:xfrm>
          <a:off x="457200" y="3266982"/>
          <a:ext cx="792682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705">
                  <a:extLst>
                    <a:ext uri="{9D8B030D-6E8A-4147-A177-3AD203B41FA5}">
                      <a16:colId xmlns:a16="http://schemas.microsoft.com/office/drawing/2014/main" val="123911265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Didn’t Purchase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Purchased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Considers self a “tech person”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dirty="0"/>
                        <a:t>0</a:t>
                      </a: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Doesn’t consider self a “tech person”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969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113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9269-63D9-85C4-770A-C2613B6C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96B73-2D09-C13B-188E-A99FBC70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Chi-Square Test of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2D2B5-DA69-201F-74E2-3D3ECE364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We calculate the expected values by multiplying the column and row totals and divide by the overall total.  </a:t>
            </a:r>
          </a:p>
          <a:p>
            <a:r>
              <a:rPr lang="en-US" sz="2000" dirty="0"/>
              <a:t>This is what we would expect to happen if there was no pattern to who purchased or didn’t purchase VR and purchases just happened randomly.</a:t>
            </a:r>
            <a:endParaRPr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B1530E-C1A9-74F1-2DC5-F964D22DF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552770"/>
              </p:ext>
            </p:extLst>
          </p:nvPr>
        </p:nvGraphicFramePr>
        <p:xfrm>
          <a:off x="457200" y="3266982"/>
          <a:ext cx="792682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705">
                  <a:extLst>
                    <a:ext uri="{9D8B030D-6E8A-4147-A177-3AD203B41FA5}">
                      <a16:colId xmlns:a16="http://schemas.microsoft.com/office/drawing/2014/main" val="123911265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Didn’t Purchase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Purchased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Considers self a “tech person”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(400*600)/900 = 266.67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(400*300)/900 = 133.33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Doesn’t consider self a “tech person”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333.333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166.67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969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259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DFB11-B4B2-81B2-EED7-4111FC02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 of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CAE3D-2A17-F7B8-74A7-16F3E2C3B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Chi-square test compares the observed – expected counts to see if they were more different that we’d expect due to chance.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55F78C-E170-CCC1-508B-2440BD41A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621340"/>
              </p:ext>
            </p:extLst>
          </p:nvPr>
        </p:nvGraphicFramePr>
        <p:xfrm>
          <a:off x="523812" y="3429000"/>
          <a:ext cx="792682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705">
                  <a:extLst>
                    <a:ext uri="{9D8B030D-6E8A-4147-A177-3AD203B41FA5}">
                      <a16:colId xmlns:a16="http://schemas.microsoft.com/office/drawing/2014/main" val="123911265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Didn’t Purchase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Purchased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Considers self a “tech person”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 vs. 266.67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 vs. 133.33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Doesn’t consider self a “tech person”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 vs. 333.333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vs. 166.67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969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173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D8DBF-C7E3-E322-FBCC-33507075A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0F334-FA5A-66B0-A2FD-03429178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 of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CF3F7-80FE-1E02-8A32-A6E4886D1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our p-value is &lt; 0.05 then we reject Ho and conclude that there is a relationship between the two features.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4D34D0-EE57-3DFE-E7E6-70534F8B3398}"/>
              </a:ext>
            </a:extLst>
          </p:cNvPr>
          <p:cNvGraphicFramePr>
            <a:graphicFrameLocks noGrp="1"/>
          </p:cNvGraphicFramePr>
          <p:nvPr/>
        </p:nvGraphicFramePr>
        <p:xfrm>
          <a:off x="523812" y="3429000"/>
          <a:ext cx="792682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705">
                  <a:extLst>
                    <a:ext uri="{9D8B030D-6E8A-4147-A177-3AD203B41FA5}">
                      <a16:colId xmlns:a16="http://schemas.microsoft.com/office/drawing/2014/main" val="123911265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Didn’t Purchase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Purchased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Considers self a “tech person”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 vs. 266.67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 vs. 133.33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Doesn’t consider self a “tech person”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 vs. 333.333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vs. 166.67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969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75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2474A-3FED-6A3D-3BF5-D46BD2CF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8D8A-12FD-48C1-E279-62686314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 of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51BC6-EF62-8264-B8FE-96723FCBE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Using Excel’s </a:t>
            </a:r>
            <a:r>
              <a:rPr lang="en-US" sz="2000" b="0" i="0" dirty="0">
                <a:solidFill>
                  <a:srgbClr val="545D7E"/>
                </a:solidFill>
                <a:effectLst/>
                <a:latin typeface="Courier New" panose="02070309020205020404" pitchFamily="49" charset="0"/>
              </a:rPr>
              <a:t>=CHISQ.TEST(</a:t>
            </a:r>
            <a:r>
              <a:rPr lang="en-US" sz="2000" b="0" i="0" dirty="0" err="1">
                <a:solidFill>
                  <a:srgbClr val="545D7E"/>
                </a:solidFill>
                <a:effectLst/>
                <a:latin typeface="Courier New" panose="02070309020205020404" pitchFamily="49" charset="0"/>
              </a:rPr>
              <a:t>observed_range</a:t>
            </a:r>
            <a:r>
              <a:rPr lang="en-US" sz="2000" b="0" i="0" dirty="0">
                <a:solidFill>
                  <a:srgbClr val="545D7E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i="0" dirty="0" err="1">
                <a:solidFill>
                  <a:srgbClr val="545D7E"/>
                </a:solidFill>
                <a:effectLst/>
                <a:latin typeface="Courier New" panose="02070309020205020404" pitchFamily="49" charset="0"/>
              </a:rPr>
              <a:t>expected_range</a:t>
            </a:r>
            <a:r>
              <a:rPr lang="en-US" sz="2000" b="0" i="0" dirty="0">
                <a:solidFill>
                  <a:srgbClr val="545D7E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2000" dirty="0"/>
              <a:t>we get p = 2.37 x 10</a:t>
            </a:r>
            <a:r>
              <a:rPr lang="en-US" sz="2000" baseline="30000" dirty="0"/>
              <a:t>-21</a:t>
            </a:r>
          </a:p>
          <a:p>
            <a:r>
              <a:rPr lang="en-US" sz="2000" dirty="0"/>
              <a:t>That’s way less than 0.05, so we conclude that there is a relationship between a customer considering themselves a tech person and purchasing a VR.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27B47F-63A2-77BD-5016-1366AD5AADA2}"/>
              </a:ext>
            </a:extLst>
          </p:cNvPr>
          <p:cNvGraphicFramePr>
            <a:graphicFrameLocks noGrp="1"/>
          </p:cNvGraphicFramePr>
          <p:nvPr/>
        </p:nvGraphicFramePr>
        <p:xfrm>
          <a:off x="523812" y="3429000"/>
          <a:ext cx="792682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705">
                  <a:extLst>
                    <a:ext uri="{9D8B030D-6E8A-4147-A177-3AD203B41FA5}">
                      <a16:colId xmlns:a16="http://schemas.microsoft.com/office/drawing/2014/main" val="123911265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Didn’t Purchase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Purchased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Considers self a “tech person”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 vs. 266.67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 vs. 133.33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Doesn’t consider self a “tech person”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 vs. 333.333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vs. 166.67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969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8248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Chi-Square Test of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Are individuals with previous VR experience more likely to purchase a VR?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Observed counts: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958759"/>
              </p:ext>
            </p:extLst>
          </p:nvPr>
        </p:nvGraphicFramePr>
        <p:xfrm>
          <a:off x="787232" y="3925733"/>
          <a:ext cx="7484757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1189">
                  <a:extLst>
                    <a:ext uri="{9D8B030D-6E8A-4147-A177-3AD203B41FA5}">
                      <a16:colId xmlns:a16="http://schemas.microsoft.com/office/drawing/2014/main" val="201130997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Didn’t Purchase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Purchased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No previous VR experience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Previous VR experience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799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8AB59-1402-74A1-1DC1-6C4A8398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4619-ADEA-8287-1E8B-C7ADA43A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Chi-Square Test of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EDAE6-6391-DA20-97FB-5D28DA721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Are individuals with previous VR experience more likely to purchase a VR?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Expected counts: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CDD34C-90AD-3A62-C6EA-E37B3920F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825743"/>
              </p:ext>
            </p:extLst>
          </p:nvPr>
        </p:nvGraphicFramePr>
        <p:xfrm>
          <a:off x="823566" y="3925733"/>
          <a:ext cx="7448423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2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106">
                  <a:extLst>
                    <a:ext uri="{9D8B030D-6E8A-4147-A177-3AD203B41FA5}">
                      <a16:colId xmlns:a16="http://schemas.microsoft.com/office/drawing/2014/main" val="201130997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Didn’t Purchase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Purchased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No previous VR experience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Previous VR experience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dirty="0"/>
                        <a:t>5</a:t>
                      </a: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79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159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09446-9630-6945-7889-F76B05ED5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4723-EB3D-D2C0-2575-7ACF67A5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Chi-Square Test of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3DF7F-421B-9D2C-6BA0-7E0B3A472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Ho: There is no relationship between VR experience and VR purchase</a:t>
            </a:r>
          </a:p>
          <a:p>
            <a:pPr marL="0" indent="0">
              <a:buNone/>
            </a:pPr>
            <a:r>
              <a:rPr lang="en-US" sz="2400" dirty="0"/>
              <a:t>Ha: There is a relationship between VR experience and VR purchase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A3E6E9-AC72-C767-E5AA-D63232A37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645768"/>
              </p:ext>
            </p:extLst>
          </p:nvPr>
        </p:nvGraphicFramePr>
        <p:xfrm>
          <a:off x="750898" y="3585725"/>
          <a:ext cx="7436313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078">
                  <a:extLst>
                    <a:ext uri="{9D8B030D-6E8A-4147-A177-3AD203B41FA5}">
                      <a16:colId xmlns:a16="http://schemas.microsoft.com/office/drawing/2014/main" val="201130997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Didn’t Purchase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Purchased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No previous VR experience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 vs. 100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 vs. 100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Previous VR experience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351 vs. 350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349 vs. 350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79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445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007A-ABC1-BC66-B405-DC02FDE66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DFC0-A3FE-3989-7098-51E4DD07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Chi-Square Test of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AFE57-D297-9ADA-D351-D82ADAA62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Using Excel, we get p = 0.67, which is way larger than 0.05.  Therefore, we fail to reject Ho and conclude that there is no relationship between previous VR experience and purchasing a VR.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D94678-B1B2-2A1B-B3FA-B586990DE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423530"/>
              </p:ext>
            </p:extLst>
          </p:nvPr>
        </p:nvGraphicFramePr>
        <p:xfrm>
          <a:off x="684286" y="3585725"/>
          <a:ext cx="7502925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5731">
                  <a:extLst>
                    <a:ext uri="{9D8B030D-6E8A-4147-A177-3AD203B41FA5}">
                      <a16:colId xmlns:a16="http://schemas.microsoft.com/office/drawing/2014/main" val="201130997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Didn’t Purchase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Purchased VR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No previous VR experience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 vs. 100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 vs. 100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Previous VR experience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351 vs. 350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349 vs. 350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79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551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Independent t-test: Compare two separate group means</a:t>
            </a:r>
          </a:p>
          <a:p>
            <a:r>
              <a:t>Paired t-test: Compare related measurements</a:t>
            </a:r>
          </a:p>
          <a:p>
            <a:r>
              <a:t>Chi-Square: Analyze categorical associations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1881</TotalTime>
  <Words>1460</Words>
  <Application>Microsoft Office PowerPoint</Application>
  <PresentationFormat>On-screen Show (4:3)</PresentationFormat>
  <Paragraphs>381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 Light</vt:lpstr>
      <vt:lpstr>Courier New</vt:lpstr>
      <vt:lpstr>Metropolitan</vt:lpstr>
      <vt:lpstr>UX Experimental Designs</vt:lpstr>
      <vt:lpstr>Agenda</vt:lpstr>
      <vt:lpstr>Why Hypothesis Testing?</vt:lpstr>
      <vt:lpstr>Key Concepts</vt:lpstr>
      <vt:lpstr>Steps in a Hypothesis Test</vt:lpstr>
      <vt:lpstr>Everyday Analogy</vt:lpstr>
      <vt:lpstr>Two Independent Samples t-test</vt:lpstr>
      <vt:lpstr>Two Independent Samples t-test</vt:lpstr>
      <vt:lpstr>Two Independent Samples t-test</vt:lpstr>
      <vt:lpstr>Single-Factor ANOVA</vt:lpstr>
      <vt:lpstr>Single-Factor ANOVA</vt:lpstr>
      <vt:lpstr>Single-Factor ANOVA</vt:lpstr>
      <vt:lpstr>Matched-Pairs (Paired) Test</vt:lpstr>
      <vt:lpstr>Matched-Pairs (Paired) Test</vt:lpstr>
      <vt:lpstr>Matched-Pairs (Paired) Test</vt:lpstr>
      <vt:lpstr>Matched-Pairs (Paired) Test</vt:lpstr>
      <vt:lpstr>Chi-Square Test of Independence</vt:lpstr>
      <vt:lpstr>Chi-Square Test of Independence</vt:lpstr>
      <vt:lpstr>Chi-Square Test of Independence</vt:lpstr>
      <vt:lpstr>Chi-Square Test of Independence</vt:lpstr>
      <vt:lpstr>Chi-Square Test of Independence</vt:lpstr>
      <vt:lpstr>Chi-Square Test of Independence</vt:lpstr>
      <vt:lpstr>Chi-Square Test of Independence</vt:lpstr>
      <vt:lpstr>Chi-Square Test of Independence</vt:lpstr>
      <vt:lpstr>Chi-Square Test of Independence</vt:lpstr>
      <vt:lpstr>Chi-Square Test of Independence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Myers, Chelsea</dc:creator>
  <cp:keywords/>
  <dc:description>generated using python-pptx</dc:description>
  <cp:lastModifiedBy>Myers, Chelsea</cp:lastModifiedBy>
  <cp:revision>1</cp:revision>
  <dcterms:created xsi:type="dcterms:W3CDTF">2013-01-27T09:14:16Z</dcterms:created>
  <dcterms:modified xsi:type="dcterms:W3CDTF">2025-06-20T16:38:04Z</dcterms:modified>
  <cp:category/>
</cp:coreProperties>
</file>